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410" r:id="rId5"/>
    <p:sldId id="389" r:id="rId6"/>
    <p:sldId id="383" r:id="rId7"/>
    <p:sldId id="413" r:id="rId8"/>
    <p:sldId id="414" r:id="rId9"/>
    <p:sldId id="415" r:id="rId10"/>
    <p:sldId id="411" r:id="rId11"/>
    <p:sldId id="412" r:id="rId12"/>
    <p:sldId id="397" r:id="rId13"/>
    <p:sldId id="391" r:id="rId14"/>
    <p:sldId id="416" r:id="rId15"/>
    <p:sldId id="417" r:id="rId16"/>
    <p:sldId id="418" r:id="rId17"/>
    <p:sldId id="419" r:id="rId18"/>
    <p:sldId id="408" r:id="rId19"/>
    <p:sldId id="420" r:id="rId20"/>
    <p:sldId id="421" r:id="rId21"/>
    <p:sldId id="422" r:id="rId22"/>
    <p:sldId id="407" r:id="rId23"/>
    <p:sldId id="405" r:id="rId24"/>
    <p:sldId id="3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245-51BF-6015-7BE4-6F4E3C20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4EA4D-5EC9-99E9-1979-740B537E4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8A99E-833D-A62A-CB16-B9908CA4E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0649C-4A53-98D4-4814-A700DA22C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48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8D8A-84BB-7AA1-E8F5-4486B1AA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D17CD-EDFD-DBD1-8D86-8F7882FA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1BFF4-454C-9BF8-B295-76972A096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64554-740F-7C59-0820-D414557C7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00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2F64-323F-B5EC-9943-54A7B755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13CAD-E189-FDE7-67BD-E1639801E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F0B6A-0B73-F8BD-4D76-B9327A2CA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86ECF-A87A-ADDF-B8C1-F471A9799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87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36A4E-C738-17CE-0C5A-6A24A311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AC309-D653-A9AC-D404-D00248970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DF407-8667-6886-D297-B090B7437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56354-FAB5-B9B9-4FAD-3F316B5E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62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4D37-4617-D875-B993-1074B17F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A7312-86E5-AFF7-4C8B-8D63228E1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D3720-473D-CBD6-B9FA-FABF5BEA9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01218-7493-1A8B-37A2-B9497E493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8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993B-067E-6F84-95B1-7291299D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56D5D-F058-75A9-0F69-AEF092794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1A4EA-BE84-70C2-81B2-8ACBD1239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A5157-D86E-CB54-0EF3-32F880558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19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21A7-2602-5861-7853-6716E48C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73638-9C2A-7203-CD8E-6E2D82047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7E983-8C6A-65A5-E1CF-9DED6A724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78977-6555-F7E3-DA78-4363C58DD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400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AE17-D57A-646D-6AFB-855E200D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2E8E1-F545-664F-9A52-FEB1E07F1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866F6-9496-DE58-7687-E9CE22E64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1F74B-D68B-BF08-1A2C-F9B62AA9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33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6638-4CCB-F3DD-33F9-4581EF1F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4D63D-4914-2941-B5EA-B7E80EBCE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5E340-5912-00EC-09D7-0C22CD2C1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1C61C-A635-752A-C4C5-93C6C34FF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573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775B-761F-306F-81C1-60C4E03F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193AB-3635-744D-8BC9-C30FED1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57FA0-D489-4B5B-C28B-0CB2B3ECD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513DF-6624-0723-66EC-96BBC1927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48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E54E-A6A3-B307-D1E8-EAAEED0C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D00A1-A528-99C8-5ED4-0596AA1E6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CBA1D-5659-79D3-27B7-C864F0BC2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56185-4439-1AF8-1E86-02DB447E8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638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2C42-BCA8-02D9-DD32-83B225F5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5ED2C-BBCA-2754-2F3F-F776DDF1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F34AA-5FB0-F952-E98F-87AE8C441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97C51-BF3D-956E-57FE-DCDC4301E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3728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CRIME ANALYSIS SYSTEM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527" y="783437"/>
            <a:ext cx="11030455" cy="32918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Crime Analysis System Using SQL</a:t>
            </a:r>
            <a:br>
              <a:rPr lang="en-US" sz="2800" dirty="0"/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 System</a:t>
            </a:r>
            <a:b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Type: 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Project</a:t>
            </a:r>
            <a:b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crime data using structured queries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1888-0285-9CF8-5C56-FC5F683E5F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7827" y="4075277"/>
            <a:ext cx="5486400" cy="1645920"/>
          </a:xfrm>
        </p:spPr>
        <p:txBody>
          <a:bodyPr/>
          <a:lstStyle/>
          <a:p>
            <a:r>
              <a:rPr lang="en-US" dirty="0"/>
              <a:t>ARSHVANTH V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FAD0BCF-650A-A5DF-D0FB-BF685B680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74" y="2721280"/>
            <a:ext cx="8432886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Crime data is large and difficult to analyze manually.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structured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analyze crime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Tables Used: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Location, Officer, Criminal, Crime.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Crime hotspots, repeat offenders, crime trends.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police identify risky areas and patterns.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C31C-70D6-FA75-1D89-5271F068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439D-B498-C3B6-1C1B-82F69E61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6F3B0-6FF0-E86F-85BF-FCE9A280BD79}"/>
              </a:ext>
            </a:extLst>
          </p:cNvPr>
          <p:cNvSpPr txBox="1"/>
          <p:nvPr/>
        </p:nvSpPr>
        <p:spPr>
          <a:xfrm>
            <a:off x="366264" y="2743887"/>
            <a:ext cx="111982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Analysis System using 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analyze crime-related information such as: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incidents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 officers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locations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crime patterns and supporting better decision-making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law enforcement.</a:t>
            </a:r>
          </a:p>
        </p:txBody>
      </p:sp>
    </p:spTree>
    <p:extLst>
      <p:ext uri="{BB962C8B-B14F-4D97-AF65-F5344CB8AC3E}">
        <p14:creationId xmlns:p14="http://schemas.microsoft.com/office/powerpoint/2010/main" val="243727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E637-C73B-7460-E036-5F6F94D4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C749-ECDA-59A6-E5B0-326EAA97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CDEBE-80C7-F2F0-6F0B-34CD14A6E4D8}"/>
              </a:ext>
            </a:extLst>
          </p:cNvPr>
          <p:cNvSpPr txBox="1"/>
          <p:nvPr/>
        </p:nvSpPr>
        <p:spPr>
          <a:xfrm>
            <a:off x="493042" y="2519952"/>
            <a:ext cx="104517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include: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hotspots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track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data for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decision making in law enforcement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database system is required to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store, organize, and analyze crime information efficiently.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88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953C-EDCB-C147-EB4E-AA775EA3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73B2-A3F3-5EDB-9506-49B2C606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9D7A7-FD7D-7101-A505-FA0A449DBE4F}"/>
              </a:ext>
            </a:extLst>
          </p:cNvPr>
          <p:cNvSpPr txBox="1"/>
          <p:nvPr/>
        </p:nvSpPr>
        <p:spPr>
          <a:xfrm>
            <a:off x="483713" y="2622588"/>
            <a:ext cx="7206168" cy="371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crime database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structured information about crimes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crime patterns using SQL queries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hotspots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useful crime reports for analysis</a:t>
            </a:r>
          </a:p>
        </p:txBody>
      </p:sp>
    </p:spTree>
    <p:extLst>
      <p:ext uri="{BB962C8B-B14F-4D97-AF65-F5344CB8AC3E}">
        <p14:creationId xmlns:p14="http://schemas.microsoft.com/office/powerpoint/2010/main" val="365093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3B23D-9691-B909-A776-F0B98F34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B4E1-A771-A3F3-1A3A-6E307A40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TOOLS &amp;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61FE9-9C8C-A374-0ADD-8D185904B571}"/>
              </a:ext>
            </a:extLst>
          </p:cNvPr>
          <p:cNvSpPr txBox="1"/>
          <p:nvPr/>
        </p:nvSpPr>
        <p:spPr>
          <a:xfrm>
            <a:off x="594360" y="1964353"/>
            <a:ext cx="90534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used to store crime data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querying and analyzing crime records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database design and query execution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PowerPoint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presenting the project analysis</a:t>
            </a:r>
          </a:p>
        </p:txBody>
      </p:sp>
    </p:spTree>
    <p:extLst>
      <p:ext uri="{BB962C8B-B14F-4D97-AF65-F5344CB8AC3E}">
        <p14:creationId xmlns:p14="http://schemas.microsoft.com/office/powerpoint/2010/main" val="403988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2246-D3A4-21CC-F378-01B35DC0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F7AB-55DA-2DD2-FA8F-2702B39D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DATABASE TABLES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BD48C-CBD5-3F73-73C6-B2D4F22BF462}"/>
              </a:ext>
            </a:extLst>
          </p:cNvPr>
          <p:cNvSpPr txBox="1"/>
          <p:nvPr/>
        </p:nvSpPr>
        <p:spPr>
          <a:xfrm>
            <a:off x="594359" y="2402548"/>
            <a:ext cx="853097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consists of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main tables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Stores crime location information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Officer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police officer details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Stores criminal information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Stores crime incident details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table connects all other tables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foreign keys.</a:t>
            </a:r>
          </a:p>
        </p:txBody>
      </p:sp>
    </p:spTree>
    <p:extLst>
      <p:ext uri="{BB962C8B-B14F-4D97-AF65-F5344CB8AC3E}">
        <p14:creationId xmlns:p14="http://schemas.microsoft.com/office/powerpoint/2010/main" val="318921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CRIME ANALYSIS SYSTEM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LOCATION TABLE EXPLANATION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86AC86A-2276-7E0B-F76C-58DA204CBFE9}"/>
              </a:ext>
            </a:extLst>
          </p:cNvPr>
          <p:cNvSpPr txBox="1"/>
          <p:nvPr/>
        </p:nvSpPr>
        <p:spPr>
          <a:xfrm>
            <a:off x="2982451" y="2607470"/>
            <a:ext cx="89234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information about areas where crimes occurred.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location identifier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area_name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City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Region classification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helps identify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hotspots across different locations.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3699-DABF-D29C-4D59-00BF2C9B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BF8F3A-AEE4-FC51-4410-8E96CDFF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OFFICER TABLE EXPLANATION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B86793-F9A5-B7E7-F642-6B981DE56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70DDF2-8581-66A5-26D3-74C48E880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9DF54F4-386F-5BB7-361B-C755D1A12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A14B314-D58F-C57C-3E57-8E213907A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1309D79-9CF6-4A70-C8B2-55110C91E922}"/>
              </a:ext>
            </a:extLst>
          </p:cNvPr>
          <p:cNvSpPr txBox="1"/>
          <p:nvPr/>
        </p:nvSpPr>
        <p:spPr>
          <a:xfrm>
            <a:off x="1965039" y="2371946"/>
            <a:ext cx="8485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Officer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information about police officers handling cases.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officer_id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officer identifier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officer_name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officer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Officer designation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station_name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Police station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C4896-75EE-E9F3-0804-E1BF8E75921C}"/>
              </a:ext>
            </a:extLst>
          </p:cNvPr>
          <p:cNvSpPr txBox="1"/>
          <p:nvPr/>
        </p:nvSpPr>
        <p:spPr>
          <a:xfrm>
            <a:off x="2959226" y="6013542"/>
            <a:ext cx="82857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helps track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officer handled each crime case.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322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5355E-9778-67D1-6EF7-3BB9C8D7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C1AD2E-1B0E-B576-8836-4340CB99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CRIMINAL TABLE EXPLANATION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64B76-9090-7F5F-6E63-5DD788E2F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97A7D87-118E-D128-CCD8-432F45A9A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844AC51-A4E4-5FE6-A8B7-794DC37AE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8EF6A2D-C650-E336-D424-765EBA9E6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B7E772-3FCA-B840-4568-3FD246AAA01D}"/>
              </a:ext>
            </a:extLst>
          </p:cNvPr>
          <p:cNvSpPr txBox="1"/>
          <p:nvPr/>
        </p:nvSpPr>
        <p:spPr>
          <a:xfrm>
            <a:off x="2735500" y="2467511"/>
            <a:ext cx="8485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table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details of individuals involved in crimes.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criminal_id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criminal identifier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criminal_name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criminal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Age of the criminal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Gender of the criminal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helps identify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 and criminal records.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87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CEE-3A69-FD8D-5F59-139B70EF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F4E5F5-CEAB-1551-3F88-CF0D0965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CRIME TABLE EXPLANATION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E7035A-340C-0E9B-F803-0033C7E93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C047D87-4915-9AE6-C586-F8D651F94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563A656-CE72-90A1-9305-F18F3C18A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C88A93-C8AD-F325-122A-6792DE173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2119523-36C9-AEFA-B0DB-8003B377E432}"/>
              </a:ext>
            </a:extLst>
          </p:cNvPr>
          <p:cNvSpPr txBox="1"/>
          <p:nvPr/>
        </p:nvSpPr>
        <p:spPr>
          <a:xfrm>
            <a:off x="1965039" y="2559566"/>
            <a:ext cx="84856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crime_id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crime identifier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crime_type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Type of crime (Theft, Robbery, Assault,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crime_date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Date of the crime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crime_time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Time of occurrence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severity_level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Crime seriousness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Case status (Solved / Pending)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CC1F7-5CEF-2390-39B0-B24367B1D920}"/>
              </a:ext>
            </a:extLst>
          </p:cNvPr>
          <p:cNvSpPr txBox="1"/>
          <p:nvPr/>
        </p:nvSpPr>
        <p:spPr>
          <a:xfrm>
            <a:off x="2959226" y="5698217"/>
            <a:ext cx="84856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also contains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linking to Location, Officer, and Criminal tables.</a:t>
            </a:r>
          </a:p>
        </p:txBody>
      </p:sp>
    </p:spTree>
    <p:extLst>
      <p:ext uri="{BB962C8B-B14F-4D97-AF65-F5344CB8AC3E}">
        <p14:creationId xmlns:p14="http://schemas.microsoft.com/office/powerpoint/2010/main" val="193183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CE35-8C1F-EE26-DB36-455E2E03D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C7A9-6A9F-5D2D-134E-1E3A7855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DATASET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DEC33-D7DE-5CD4-7CEF-4E49875AA874}"/>
              </a:ext>
            </a:extLst>
          </p:cNvPr>
          <p:cNvSpPr txBox="1"/>
          <p:nvPr/>
        </p:nvSpPr>
        <p:spPr>
          <a:xfrm>
            <a:off x="594360" y="2333685"/>
            <a:ext cx="97783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multiple records related to crimes.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dataset information: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150+ crime records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150+ criminals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100+ police officers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140+ locations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covers crime data across different areas and time periods.</a:t>
            </a:r>
          </a:p>
        </p:txBody>
      </p:sp>
    </p:spTree>
    <p:extLst>
      <p:ext uri="{BB962C8B-B14F-4D97-AF65-F5344CB8AC3E}">
        <p14:creationId xmlns:p14="http://schemas.microsoft.com/office/powerpoint/2010/main" val="145576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DATABASE RELATIONSHIPS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C573E-36B6-29B1-003E-36B434AFF65D}"/>
              </a:ext>
            </a:extLst>
          </p:cNvPr>
          <p:cNvSpPr txBox="1"/>
          <p:nvPr/>
        </p:nvSpPr>
        <p:spPr>
          <a:xfrm>
            <a:off x="594360" y="2948103"/>
            <a:ext cx="11264848" cy="360098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follows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structure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include: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→ Location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→ Officer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→ Criminal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redundancy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querying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69DD-221F-0DAA-2F0C-EBCC8249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E514-A295-FB26-1BE0-F2502317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SQL ANALYSIS PERFORMED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ED2648-3A94-B5C3-5E89-044CF8329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7" y="2515470"/>
            <a:ext cx="503214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crime types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crime hotspots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crime trends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crime severity distribution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5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53EB-49D8-55E6-D824-6AA4CEF8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AC2B-D3EC-93A9-2771-A8336DC7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REPEAT OFFENDER DETECTION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F8498A-3A6F-1016-7FC2-5C628BF8A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" y="2504842"/>
            <a:ext cx="763786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 are criminals who commit multiple crimes.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 help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crimes per criminal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criminals involved in multiple incidents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criminal history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law enforcement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high-risk individuals.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2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46FC-8870-6C05-CF57-5A3CC092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0A5B-259B-FED4-8C8A-79E1845C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CRIME TREND ANALYSIS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2388280-2D7B-CC62-24E5-DF56E540C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35" y="2364882"/>
            <a:ext cx="777199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trend analysis helps identify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 over time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SQL queries: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Crimes are grouped by month or date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are analyzed to find peak crime periods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crime patterns can be identified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police patrol and preventive actions.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26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8216" y="3590141"/>
            <a:ext cx="4939666" cy="254281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97427-742F-C597-A3B8-7DC339C6E2BA}"/>
              </a:ext>
            </a:extLst>
          </p:cNvPr>
          <p:cNvSpPr txBox="1"/>
          <p:nvPr/>
        </p:nvSpPr>
        <p:spPr>
          <a:xfrm>
            <a:off x="361561" y="278088"/>
            <a:ext cx="637514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Crime Analysis System provides an effective way to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analyze crime data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 crime information efficiently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crime patterns and hotspots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repeat offenders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 making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8DDAA-1442-A583-8A1C-EB7A4FD86BC1}"/>
              </a:ext>
            </a:extLst>
          </p:cNvPr>
          <p:cNvSpPr txBox="1"/>
          <p:nvPr/>
        </p:nvSpPr>
        <p:spPr>
          <a:xfrm>
            <a:off x="361560" y="4571563"/>
            <a:ext cx="9118341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power of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 analyzing large datasets.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2F283-18A5-056B-214B-C2554B9C0E1A}"/>
              </a:ext>
            </a:extLst>
          </p:cNvPr>
          <p:cNvSpPr txBox="1"/>
          <p:nvPr/>
        </p:nvSpPr>
        <p:spPr>
          <a:xfrm>
            <a:off x="1397259" y="1072898"/>
            <a:ext cx="93329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can 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crime reporting systems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for crime prediction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for police departments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can make the system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and practical.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 err="1"/>
              <a:t>Arshvanth</a:t>
            </a:r>
            <a:r>
              <a:rPr lang="en-US" dirty="0"/>
              <a:t> v</a:t>
            </a:r>
          </a:p>
          <a:p>
            <a:r>
              <a:rPr lang="en-US" dirty="0"/>
              <a:t>9629042456</a:t>
            </a:r>
          </a:p>
          <a:p>
            <a:r>
              <a:rPr lang="en-US" dirty="0"/>
              <a:t>arshvanthv@gmail.com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47</TotalTime>
  <Words>834</Words>
  <Application>Microsoft Office PowerPoint</Application>
  <PresentationFormat>Widescreen</PresentationFormat>
  <Paragraphs>187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Franklin Gothic Book</vt:lpstr>
      <vt:lpstr>Franklin Gothic Demi</vt:lpstr>
      <vt:lpstr>Times New Roman</vt:lpstr>
      <vt:lpstr>Custom</vt:lpstr>
      <vt:lpstr>CRIME ANALYSIS SYSTEM</vt:lpstr>
      <vt:lpstr>Crime Analysis System Using SQL Course: Database Management System Project Type: SQL Database Project Purpose: Analyze crime data using structured queries </vt:lpstr>
      <vt:lpstr>OVERVIEW</vt:lpstr>
      <vt:lpstr>INTRODUCTION</vt:lpstr>
      <vt:lpstr>PROBLEM STATEMENT</vt:lpstr>
      <vt:lpstr>PROJECT OBJECTIVES</vt:lpstr>
      <vt:lpstr>TOOLS &amp; TECHNOLOGIES</vt:lpstr>
      <vt:lpstr>DATABASE TABLES OVERVIEW</vt:lpstr>
      <vt:lpstr>TABLES</vt:lpstr>
      <vt:lpstr>LOCATION TABLE EXPLANATION</vt:lpstr>
      <vt:lpstr>OFFICER TABLE EXPLANATION</vt:lpstr>
      <vt:lpstr>CRIMINAL TABLE EXPLANATION</vt:lpstr>
      <vt:lpstr>CRIME TABLE EXPLANATION</vt:lpstr>
      <vt:lpstr>DATASET SUMMARY</vt:lpstr>
      <vt:lpstr>DATABASE RELATIONSHIPS</vt:lpstr>
      <vt:lpstr>SQL ANALYSIS PERFORMED</vt:lpstr>
      <vt:lpstr>REPEAT OFFENDER DETECTION</vt:lpstr>
      <vt:lpstr>CRIME TREND ANALYSIS</vt:lpstr>
      <vt:lpstr>CONCLUSION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Sree</dc:creator>
  <cp:lastModifiedBy>Divya Sree</cp:lastModifiedBy>
  <cp:revision>4</cp:revision>
  <dcterms:created xsi:type="dcterms:W3CDTF">2026-03-08T10:36:55Z</dcterms:created>
  <dcterms:modified xsi:type="dcterms:W3CDTF">2026-03-08T11:40:24Z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